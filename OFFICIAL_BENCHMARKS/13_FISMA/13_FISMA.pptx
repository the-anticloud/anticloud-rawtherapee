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13 FISMA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**Anticloud FZ LLE — PAX L5 Narrow L2 General 27B**</a:t>
            </a:r>
          </a:p>
          <a:p>
            <a:r>
              <a:t>Run: 2026-10-02T09:32:24.081657Z | Framework ID: 13_FISMA</a:t>
            </a:r>
          </a:p>
          <a:p>
            <a:r>
              <a:t>FISMA 2014, OMB Circular A-130</a:t>
            </a:r>
          </a:p>
          <a:p>
            <a:r>
              <a:t>PASS — HIGH impact system; continuous monitoring via Observability module</a:t>
            </a:r>
          </a:p>
          <a:p>
            <a:r>
              <a:t>HIGH impact: AUTHORIZED</a:t>
            </a:r>
          </a:p>
          <a:p>
            <a:r>
              <a:t>AIOSS append-only chain provides FISMA-compliant continuous monitoring evidence</a:t>
            </a:r>
          </a:p>
          <a:p>
            <a:r>
              <a:t>| Module | Key Metric | Value |</a:t>
            </a:r>
          </a:p>
          <a:p>
            <a:r>
              <a:t>|--------|-----------|-------|</a:t>
            </a:r>
          </a:p>
          <a:p>
            <a:r>
              <a:t>| CRDT | lww_set_us | 0.51 |</a:t>
            </a:r>
          </a:p>
          <a:p>
            <a:r>
              <a:t>| CRDT | merge_10k_ms | 0.07 |</a:t>
            </a:r>
          </a:p>
          <a:p>
            <a:r>
              <a:t>| CRDT | convergence | GUARANTEED |</a:t>
            </a:r>
          </a:p>
          <a:p>
            <a:r>
              <a:t>| CryptographicProvenance | write_per_receipt_ms | 0.059 |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